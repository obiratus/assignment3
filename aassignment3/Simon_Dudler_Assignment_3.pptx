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40959"/>
  </p:normalViewPr>
  <p:slideViewPr>
    <p:cSldViewPr snapToGrid="0">
      <p:cViewPr varScale="1">
        <p:scale>
          <a:sx n="47" d="100"/>
          <a:sy n="47" d="100"/>
        </p:scale>
        <p:origin x="36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38AC4-CAE7-4843-ABAD-FA93F508CAF2}" type="datetimeFigureOut">
              <a:rPr lang="en-CH" smtClean="0"/>
              <a:t>11.11.2025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03963-4076-6B4B-970E-F811E1A607B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48347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Simon_1/Documents/HSG/MCS/HS26/Ubiquitous%20Computing/Assignments/Assignment%203/assignment3/home-mixer/server/src/main/scala/com/twitter/home_mixer/product/scored_tweets/scorer/GrokSlopScoreRescorer.scala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EAFE5-1386-38A2-B24D-0A76C8F53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F2082-A5A3-A3E1-7941-F476D0E9F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668454-0177-1AF2-3FE8-1E4436737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BFF37-A907-EE63-E99C-78BDE496D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A03963-4076-6B4B-970E-F811E1A607B7}" type="slidenum">
              <a:rPr lang="en-CH" smtClean="0"/>
              <a:t>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82887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Amplification of Harmful Content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Tweets that generate replies (even outrage) are rewarded.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High reply weights risk promoting divisive content.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Safeguards (e.g., report penalty) exist but are reactive.</a:t>
            </a:r>
          </a:p>
          <a:p>
            <a:endParaRPr lang="en-GB" dirty="0"/>
          </a:p>
          <a:p>
            <a:r>
              <a:rPr lang="en-GB" dirty="0"/>
              <a:t>Feedback Loops &amp; Echo Chambers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Early engagement can snowball visibility.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Real-time signals can narrow content diversity.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Diversity heuristics target repetition, not ideological breadth.</a:t>
            </a:r>
          </a:p>
          <a:p>
            <a:endParaRPr lang="en-GB" dirty="0"/>
          </a:p>
          <a:p>
            <a:r>
              <a:rPr lang="en-GB" dirty="0"/>
              <a:t>Manipulation Risks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Gaming </a:t>
            </a:r>
            <a:r>
              <a:rPr lang="en-GB" dirty="0" err="1"/>
              <a:t>behaviors</a:t>
            </a:r>
            <a:r>
              <a:rPr lang="en-GB" dirty="0"/>
              <a:t> (e.g., reply-baiting) can exploit high reply weights.</a:t>
            </a:r>
          </a:p>
          <a:p>
            <a:endParaRPr lang="en-GB" dirty="0"/>
          </a:p>
          <a:p>
            <a:r>
              <a:rPr lang="en-GB" dirty="0"/>
              <a:t>Exposure Bias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Popularity-based filters disadvantage niche or minority views.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 err="1"/>
              <a:t>RealGraph</a:t>
            </a:r>
            <a:r>
              <a:rPr lang="en-GB" dirty="0"/>
              <a:t> may reinforce social homogeneity.</a:t>
            </a:r>
          </a:p>
          <a:p>
            <a:endParaRPr lang="en-GB" dirty="0"/>
          </a:p>
          <a:p>
            <a:r>
              <a:rPr lang="en-GB" dirty="0"/>
              <a:t>Diversity Logic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This code tries to prevent feed domination by a single author or topic. Especially line 45 (</a:t>
            </a:r>
            <a:r>
              <a:rPr lang="en-GB" dirty="0" err="1"/>
              <a:t>candidateSourceDiversityRescorer</a:t>
            </a:r>
            <a:r>
              <a:rPr lang="en-GB" dirty="0"/>
              <a:t>) </a:t>
            </a:r>
            <a:r>
              <a:rPr lang="en-GB" dirty="0" err="1"/>
              <a:t>CandidateSourceDiversityListwiseRescoringProvider.scala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This is an exponential decay multiplier with a minimum of floor. For index = 0 the multiplier is 1.0, meaning that there is no penalty for the first element, later items are </a:t>
            </a:r>
            <a:r>
              <a:rPr lang="en-GB" dirty="0" err="1"/>
              <a:t>downweighted</a:t>
            </a:r>
            <a:r>
              <a:rPr lang="en-GB" dirty="0"/>
              <a:t>.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A03963-4076-6B4B-970E-F811E1A607B7}" type="slidenum">
              <a:rPr lang="en-CH" smtClean="0"/>
              <a:t>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47959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4BDDC-05D9-2D0B-8095-3A9C066B9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AD430F-97F1-BA3B-D2A9-0AE0C20A17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75E0B6-D0F7-CC65-08CC-83174E1C6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Opacity &amp; Accountability: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Grok introduces black-box decision-making, making it harder for users or auditors to understand why content is ranked or filtered.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Algorithmic decisions are now influenced by LLM outputs that are not fully open or explainable.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Over-Filtering &amp; False Positives: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Grok-based filters may remove legitimate content (e.g., satire, activism, or art) due to misclassification.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 of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shadowbanning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unintentional censorship.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Manipulation Potential: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Malicious actors might learn to game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Grok’s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content preferences (e.g., phrasing, topic hijacking) to push certain narratives or evade moderation.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Suppression of Counter-Speech: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Heavy penalization of “negative” or argumentative replies (e.g., via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GrokSlopScoreRescorer.scala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may unintentionally suppress responses to misinformation or abuse, letting harmful content spread unchecked.</a:t>
            </a:r>
          </a:p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88DBC-8ED1-7C2D-D9DD-BD869132A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A03963-4076-6B4B-970E-F811E1A607B7}" type="slidenum">
              <a:rPr lang="en-CH" smtClean="0"/>
              <a:t>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94110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58D30-30EB-5F88-288F-233063920E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98614B-2E1C-5B64-7167-A1FF6BCA0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0DEF9-3BD8-E342-789C-B0ED377D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9E454-643B-3547-BDCB-FA840B4ACFD9}" type="datetimeFigureOut">
              <a:rPr lang="en-CH" smtClean="0"/>
              <a:t>11.11.2025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86A1B-E97E-A779-9F8F-E150836ED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111D2-10E8-FF0E-074C-69BBD95DC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34D0-60A4-8F49-9B48-085AF52DC11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16305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EC5F-F680-9BA1-AFA5-92DB6212E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7F89C-5B33-92F0-7788-E55634B4B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30741-E71A-CC4B-D073-ED48C99D5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9E454-643B-3547-BDCB-FA840B4ACFD9}" type="datetimeFigureOut">
              <a:rPr lang="en-CH" smtClean="0"/>
              <a:t>11.11.2025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D6F9B-134F-0BF2-63B0-F4C5692D0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13B3C-3EC8-B2A6-4DC4-7E7F1440B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34D0-60A4-8F49-9B48-085AF52DC11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5391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67686-29CE-3824-3429-F9CA783D3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41D2B-1CE3-9C1D-9A91-292482B41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29DEE-36BD-69FA-C365-9E06D9464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9E454-643B-3547-BDCB-FA840B4ACFD9}" type="datetimeFigureOut">
              <a:rPr lang="en-CH" smtClean="0"/>
              <a:t>11.11.2025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E7E22-0147-986F-60CF-E61A7793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62B50-89D7-56D0-F9A4-59D2CD220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34D0-60A4-8F49-9B48-085AF52DC11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33320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F2354-498C-2761-EF58-CD4D75BD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8D995-AFCF-DFD6-C4D8-207B043A0D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39034-B417-CA29-16AD-37731DD67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8B1D3-36FA-A4DD-11FF-F40F92B81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9E454-643B-3547-BDCB-FA840B4ACFD9}" type="datetimeFigureOut">
              <a:rPr lang="en-CH" smtClean="0"/>
              <a:t>11.11.2025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12C34-1B1E-9F98-F48A-05AF5B524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FAB32-5054-33D0-774B-379E7CA1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34D0-60A4-8F49-9B48-085AF52DC11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9444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D1784-EBA5-5A4C-CA62-64416EADF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44C33-22F4-B5D0-4765-2F35C8F9C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9369AF-ED22-CA60-8B5E-621D8D98D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C958F3-44E8-70FC-946F-6E2513715D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0AC329-22B5-4DA7-DBDC-672AA5A38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4F423E-5500-8852-EE6D-4867F4C26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9E454-643B-3547-BDCB-FA840B4ACFD9}" type="datetimeFigureOut">
              <a:rPr lang="en-CH" smtClean="0"/>
              <a:t>11.11.2025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0E3BC4-8493-A776-25EC-3AF30470D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FEEE91-82BE-9932-2E44-0EAD233B7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34D0-60A4-8F49-9B48-085AF52DC11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95085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8E41E-9947-FF0E-603A-056E10F2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385DD-C92E-9729-480E-8091A2F71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9E454-643B-3547-BDCB-FA840B4ACFD9}" type="datetimeFigureOut">
              <a:rPr lang="en-CH" smtClean="0"/>
              <a:t>11.11.2025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48DE2D-0C46-AFD9-39CD-D554BFA47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0E60CC-68F5-4DE7-E95E-C027E083A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34D0-60A4-8F49-9B48-085AF52DC11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9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B5FAAE-07EA-C401-9E7B-B5FF4FEDD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9E454-643B-3547-BDCB-FA840B4ACFD9}" type="datetimeFigureOut">
              <a:rPr lang="en-CH" smtClean="0"/>
              <a:t>11.11.2025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38DBD5-BCA5-76E7-92D0-F04F056C5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0A2F7-C113-A443-1311-4B6B6322D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34D0-60A4-8F49-9B48-085AF52DC11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33189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21C4-E649-99AA-3951-03E505F33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3FAB8-20E5-B0BC-715D-6DE3BE1B1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A9BE3-F473-FEC7-5D0F-46BAB6976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0603C-4616-23F1-E7CD-32A9006C0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9E454-643B-3547-BDCB-FA840B4ACFD9}" type="datetimeFigureOut">
              <a:rPr lang="en-CH" smtClean="0"/>
              <a:t>11.11.2025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9A1F0-0F97-E130-BD47-38D100578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D6681-B49C-D47D-0F72-283648DDF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34D0-60A4-8F49-9B48-085AF52DC11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12556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1DA65-877F-5763-E75C-82632C9C9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80E02-DDC5-C6B6-DB59-D9B011D9AC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15014-0F5C-6536-D6D8-B7440D700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EADED6-CF08-6E9F-807D-89C633078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9E454-643B-3547-BDCB-FA840B4ACFD9}" type="datetimeFigureOut">
              <a:rPr lang="en-CH" smtClean="0"/>
              <a:t>11.11.2025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2FC22-C14D-A1AF-0B93-CC0F82C6A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6FF4A-264B-86E8-723C-F58D48A8B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34D0-60A4-8F49-9B48-085AF52DC11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194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6471B-8917-086D-3215-263F6E0B3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EBDF1-186A-EAD5-D31D-5A6FAF2A6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6CC18-12BB-7C94-8AF5-7B22CE4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9E454-643B-3547-BDCB-FA840B4ACFD9}" type="datetimeFigureOut">
              <a:rPr lang="en-CH" smtClean="0"/>
              <a:t>11.11.2025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B4210-8748-380B-83CD-546DE9AC6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62A0C-F7CC-AD92-4252-A9619B51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34D0-60A4-8F49-9B48-085AF52DC11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47257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7D7700-D109-3AAB-8F5E-2D0677F95D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5DB09A-4E6D-8E60-B3A4-98C11291F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BD373-EDBF-2764-81B7-08CAF17D7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9E454-643B-3547-BDCB-FA840B4ACFD9}" type="datetimeFigureOut">
              <a:rPr lang="en-CH" smtClean="0"/>
              <a:t>11.11.2025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6D36D-EAF2-CE58-0898-C48B5ACE7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B20E0-894B-E9F3-C48A-3ADBA7A86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34D0-60A4-8F49-9B48-085AF52DC11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95958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E79801-0C45-284F-62DA-53D2BA47D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1057C-EA34-49E8-6148-A938B31A6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5E52D-B7AB-1D1A-4CCA-19982DEBBF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9E454-643B-3547-BDCB-FA840B4ACFD9}" type="datetimeFigureOut">
              <a:rPr lang="en-CH" smtClean="0"/>
              <a:t>11.11.2025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15543-2882-4C7F-DA9F-DF789B87A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F79CD-D5D3-0633-07F8-1A1B809E49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4334D0-60A4-8F49-9B48-085AF52DC11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07364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CA6F2-11C1-A677-783B-B5F9C734C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93335-DF20-4E94-7CFA-CA30C332F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Engagement Signals - Weights</a:t>
            </a:r>
            <a:endParaRPr lang="en-C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298755-7101-796D-0F43-0BCAF4FCD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030930"/>
            <a:ext cx="9144000" cy="40116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737C4F8-BF55-7C76-D742-6B6E5A1C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348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CH" dirty="0"/>
              <a:t>Heavy Ranker weights</a:t>
            </a:r>
          </a:p>
        </p:txBody>
      </p:sp>
    </p:spTree>
    <p:extLst>
      <p:ext uri="{BB962C8B-B14F-4D97-AF65-F5344CB8AC3E}">
        <p14:creationId xmlns:p14="http://schemas.microsoft.com/office/powerpoint/2010/main" val="3313300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6D224-45CD-0AF2-DC9B-10DE77B97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Engagement Signals - Risks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512E1-F702-AD75-D458-302DE9AC6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5856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600" dirty="0"/>
              <a:t>Amplification of Harmful Content</a:t>
            </a:r>
          </a:p>
          <a:p>
            <a:r>
              <a:rPr lang="en-GB" sz="2600" dirty="0"/>
              <a:t>Replies are rewarded.</a:t>
            </a:r>
          </a:p>
          <a:p>
            <a:r>
              <a:rPr lang="en-GB" sz="2600" dirty="0"/>
              <a:t>promoting divisive content.</a:t>
            </a:r>
          </a:p>
          <a:p>
            <a:r>
              <a:rPr lang="en-GB" sz="2600" dirty="0"/>
              <a:t>Safeguards are reactive.</a:t>
            </a:r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600" dirty="0"/>
              <a:t>Feedback Loops &amp; Echo Chambers</a:t>
            </a:r>
          </a:p>
          <a:p>
            <a:r>
              <a:rPr lang="en-GB" sz="2600" dirty="0"/>
              <a:t>Early engagement snowball</a:t>
            </a:r>
          </a:p>
          <a:p>
            <a:r>
              <a:rPr lang="en-GB" sz="2600" dirty="0"/>
              <a:t>Real-time signals</a:t>
            </a:r>
          </a:p>
          <a:p>
            <a:r>
              <a:rPr lang="en-GB" sz="2600" dirty="0"/>
              <a:t>Repetition, not ideological breadth.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24CD0F-25EA-4628-33D8-F54A0482AA3F}"/>
              </a:ext>
            </a:extLst>
          </p:cNvPr>
          <p:cNvSpPr txBox="1">
            <a:spLocks/>
          </p:cNvSpPr>
          <p:nvPr/>
        </p:nvSpPr>
        <p:spPr>
          <a:xfrm>
            <a:off x="6453963" y="1825625"/>
            <a:ext cx="489983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600" dirty="0"/>
              <a:t>Manipulation Risks</a:t>
            </a:r>
          </a:p>
          <a:p>
            <a:r>
              <a:rPr lang="en-GB" sz="2600" dirty="0"/>
              <a:t>Gaming </a:t>
            </a:r>
            <a:r>
              <a:rPr lang="en-GB" sz="2600" dirty="0" err="1"/>
              <a:t>behaviors</a:t>
            </a:r>
            <a:endParaRPr lang="en-GB" sz="2600" dirty="0"/>
          </a:p>
          <a:p>
            <a:endParaRPr lang="en-GB" sz="26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26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2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600" dirty="0"/>
              <a:t>Exposure Bias</a:t>
            </a:r>
          </a:p>
          <a:p>
            <a:r>
              <a:rPr lang="en-GB" sz="2600" dirty="0"/>
              <a:t>Popularity-based filters disadvantage niche or minority views.</a:t>
            </a:r>
          </a:p>
        </p:txBody>
      </p:sp>
    </p:spTree>
    <p:extLst>
      <p:ext uri="{BB962C8B-B14F-4D97-AF65-F5344CB8AC3E}">
        <p14:creationId xmlns:p14="http://schemas.microsoft.com/office/powerpoint/2010/main" val="1648048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8E56B-65D2-D35B-8EDA-151CD7CB3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0670-33C6-8D4B-A1D1-9DE260829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Grok Integration - Risks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29247-A83F-3210-7A32-2389BA71F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5856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600" dirty="0"/>
              <a:t>Opacity &amp; Accountability:</a:t>
            </a:r>
          </a:p>
          <a:p>
            <a:r>
              <a:rPr lang="en-GB" sz="2600" dirty="0"/>
              <a:t>black-box decision-making</a:t>
            </a:r>
          </a:p>
          <a:p>
            <a:r>
              <a:rPr lang="en-GB" sz="2600" dirty="0"/>
              <a:t>Decisions are now influenced by LLM outputs </a:t>
            </a:r>
          </a:p>
          <a:p>
            <a:pPr marL="0" indent="0">
              <a:buNone/>
            </a:pPr>
            <a:r>
              <a:rPr lang="en-GB" sz="2600" dirty="0"/>
              <a:t>Over-Filtering &amp; False Positives:</a:t>
            </a:r>
          </a:p>
          <a:p>
            <a:r>
              <a:rPr lang="en-GB" sz="2600" dirty="0"/>
              <a:t>Grok-based filters may remove legitimate content </a:t>
            </a:r>
          </a:p>
          <a:p>
            <a:r>
              <a:rPr lang="en-GB" sz="2600" dirty="0" err="1"/>
              <a:t>Shadowbanning</a:t>
            </a:r>
            <a:r>
              <a:rPr lang="en-GB" sz="2600" dirty="0"/>
              <a:t> or (un)intentional censorship.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77D2746-8050-605F-7FD3-D217F17D0045}"/>
              </a:ext>
            </a:extLst>
          </p:cNvPr>
          <p:cNvSpPr txBox="1">
            <a:spLocks/>
          </p:cNvSpPr>
          <p:nvPr/>
        </p:nvSpPr>
        <p:spPr>
          <a:xfrm>
            <a:off x="6453963" y="1825625"/>
            <a:ext cx="489983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600" dirty="0"/>
              <a:t>Manipulation Potential:</a:t>
            </a:r>
          </a:p>
          <a:p>
            <a:r>
              <a:rPr lang="en-GB" sz="2600" dirty="0"/>
              <a:t>Game </a:t>
            </a:r>
            <a:r>
              <a:rPr lang="en-GB" sz="2600" dirty="0" err="1"/>
              <a:t>Grok’s</a:t>
            </a:r>
            <a:r>
              <a:rPr lang="en-GB" sz="2600" dirty="0"/>
              <a:t> content preferences </a:t>
            </a:r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600" dirty="0"/>
              <a:t>Suppression of Counter-Speech:</a:t>
            </a:r>
          </a:p>
          <a:p>
            <a:r>
              <a:rPr lang="en-GB" sz="2600" dirty="0"/>
              <a:t>Heavy penalization of “negative” or argumentative replies</a:t>
            </a:r>
          </a:p>
        </p:txBody>
      </p:sp>
    </p:spTree>
    <p:extLst>
      <p:ext uri="{BB962C8B-B14F-4D97-AF65-F5344CB8AC3E}">
        <p14:creationId xmlns:p14="http://schemas.microsoft.com/office/powerpoint/2010/main" val="1932057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F5A97-655F-B781-BBC0-A87A471F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 Questions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9FBE4-C9BC-BE0E-3181-AE65E77E5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While much of the recommender pipeline is open-source, </a:t>
            </a:r>
            <a:r>
              <a:rPr lang="en-GB" dirty="0" err="1"/>
              <a:t>Grok’s</a:t>
            </a:r>
            <a:r>
              <a:rPr lang="en-GB" dirty="0"/>
              <a:t> underlying model weights, training data, and classification logic are not.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474283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443</Words>
  <Application>Microsoft Macintosh PowerPoint</Application>
  <PresentationFormat>Widescreen</PresentationFormat>
  <Paragraphs>69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Engagement Signals - Weights</vt:lpstr>
      <vt:lpstr>Engagement Signals - Risks</vt:lpstr>
      <vt:lpstr>Grok Integration - Risks</vt:lpstr>
      <vt:lpstr>Open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Dudler, Simon</dc:creator>
  <cp:lastModifiedBy>Dudler, Simon</cp:lastModifiedBy>
  <cp:revision>2</cp:revision>
  <dcterms:created xsi:type="dcterms:W3CDTF">2025-11-11T09:13:19Z</dcterms:created>
  <dcterms:modified xsi:type="dcterms:W3CDTF">2025-11-11T09:28:17Z</dcterms:modified>
</cp:coreProperties>
</file>